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МедМаршрут — презентация для питча</dc:title>
  <dc:subject>Продуктовый питч МедМаршрута</dc:subject>
  <dc:creator>Команда МедМаршрут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